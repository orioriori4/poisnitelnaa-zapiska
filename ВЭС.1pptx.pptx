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978FD-24A2-B10A-6389-25775F65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6BAD74-9BEA-BB62-D6BC-C1B0B76BC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4F05DD-B6C2-1577-4557-2FAE4D1B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E30C6-FCE0-3DCD-BCDD-CCC03EA7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3E1453-0903-0A3C-B285-69270253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2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FAE08-89A3-961C-3E24-D404402A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7BECB-2B3B-EB3F-A1D0-F86C23139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A2965-63B2-5FC5-647F-7260F45E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65E586-A68C-ACD7-DF90-A46A0214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F4458C-FFCD-1F3B-5E7E-4216D957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59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36446-4289-38E6-0DBF-7EF647B5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AACE3-2D37-30A2-FC39-DD17A8B91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CA721-C9E0-6036-D7B5-29F46ED8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EDF169-1D6D-D794-3E69-E157F389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1BBE9-4995-5779-FAE7-A0080241F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04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87D44-46E8-29F3-3EC1-BBEFEBDD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0404B-675B-B49D-C587-ABB795323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783C93-07CA-D71F-8125-51F44C8B7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36560A-6D34-DB00-3FC5-79804720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3337E5-AE8E-F202-5098-88B6CEC3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B2FA91-DABD-1FDB-8543-EEB979BA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27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7ADE6-6207-3FCA-A5D5-8168E38D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4056A-9B17-02B2-D43B-F8C76A131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E15BDC-9B42-170E-64E1-09EC92242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139807-7C71-845D-5AD2-86145380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48F185-61F6-A3BD-F2AF-D67E24077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DC0A79-91DD-DEC5-E7CA-CCA798F9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A764F5-8C2B-CF13-AA19-EE92828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627B2D-F4CB-DB4B-7A67-8DE96C47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52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D0B53-DCBC-5E1F-AFCA-CDCF47D2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6336EE-6BB8-9C95-960C-73B1B5CA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F0E3E3-B9CA-4B38-6BE8-1B9B0D2D4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6E9142-D3EA-4A53-95A1-47B95E7B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95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AC345E-FCCC-2097-EE96-D90D8BEA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C5E11E-EBB7-6B2C-80BD-47B109AB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AE1AB7-07B4-4659-DA70-4FA47D21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58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FD823-62D9-50FE-CC3C-1D6A6106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EA6E3-7D63-2946-2EC8-F8DB1DDFA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3C325E-63FA-1A1B-D239-9A8213C14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2061FA-4531-F9B5-6053-2D43D064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3AA42E-931F-9B92-81BB-332AA0CE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B94888-FAF8-CDC7-B6CA-306471DF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84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6CE92-DA83-CCB3-B4FA-1C1C211B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30FE65-2204-78EC-929D-7D18AE59A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12F212-61EF-462A-A8EF-522CCE1C1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8D170C-45EC-6EDE-AD04-BE8677C1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52662C-B035-B21B-AFE3-90898AB9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24A0AF-5114-9853-89D1-D262BD4F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09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67C53-AECC-899A-4067-ADEB8F58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EA722A-3135-1A6B-BAFC-B6150636C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9AF3FD-786C-27C4-CF00-5808B1A1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9970C1-4468-E9A4-0F9A-E34FC7AC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67D0A7-56AA-BE3D-6DD8-8D208F28F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09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5C90EC8-889C-E15C-FBF2-284F63426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DD07D7-969B-505D-A395-B2A4468DA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B0ABE-5B65-FAF0-3782-39A24280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24BD7E-827D-2FEE-2385-7CA16A5F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17ACB8-70D7-FB85-02AB-D6620317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5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6EE6F-5D84-FAA3-E100-FAFC9953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E6B58C-6ECD-A99D-9795-B290407A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AE2591-3100-9CD6-9C2F-27740E96E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BEBFA-9F47-4A61-8CCD-F39EE90F0850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7DBFBD-2E63-8E1B-A65B-289F2E092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FDAC5-085A-0CC9-04B4-38BC0F0FC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51A76-78C5-40E5-935A-F3D9263529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45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3FF236-87BF-7C42-56FA-E277374E1CD6}"/>
              </a:ext>
            </a:extLst>
          </p:cNvPr>
          <p:cNvSpPr txBox="1"/>
          <p:nvPr/>
        </p:nvSpPr>
        <p:spPr>
          <a:xfrm>
            <a:off x="3745148" y="0"/>
            <a:ext cx="4893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Центр Талантов «Кемерово»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C7069-01EE-FE94-1F1F-D87716942346}"/>
              </a:ext>
            </a:extLst>
          </p:cNvPr>
          <p:cNvSpPr txBox="1"/>
          <p:nvPr/>
        </p:nvSpPr>
        <p:spPr>
          <a:xfrm>
            <a:off x="5219798" y="648866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Кемерово 2026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592A722-A7AC-B581-1262-0C359DB5E0C6}"/>
              </a:ext>
            </a:extLst>
          </p:cNvPr>
          <p:cNvSpPr/>
          <p:nvPr/>
        </p:nvSpPr>
        <p:spPr>
          <a:xfrm>
            <a:off x="2072640" y="2461098"/>
            <a:ext cx="8046720" cy="96790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CE6AA-8CC4-1620-DEEB-465C6C25E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9465"/>
            <a:ext cx="9144000" cy="90953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Ветряная электростанция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B5925B3-CBC5-F8C8-B564-592270274822}"/>
              </a:ext>
            </a:extLst>
          </p:cNvPr>
          <p:cNvSpPr/>
          <p:nvPr/>
        </p:nvSpPr>
        <p:spPr>
          <a:xfrm>
            <a:off x="7843520" y="3825779"/>
            <a:ext cx="3931920" cy="149846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290EE4-EAAB-473C-B0C5-B34C2D83C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1833" y="3906054"/>
            <a:ext cx="4335294" cy="1522379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Выполнили</a:t>
            </a:r>
            <a:r>
              <a:rPr lang="en-US" dirty="0"/>
              <a:t>:</a:t>
            </a:r>
            <a:r>
              <a:rPr lang="ru-RU" dirty="0"/>
              <a:t> Григорьев Яков Александрович, Федоров Михаил Петрович, Денисов Дмитрий Иванович, ученики ИЭ-71</a:t>
            </a:r>
          </a:p>
          <a:p>
            <a:r>
              <a:rPr lang="ru-RU" dirty="0"/>
              <a:t>Научный руководитель</a:t>
            </a:r>
            <a:r>
              <a:rPr lang="en-US" dirty="0"/>
              <a:t>:</a:t>
            </a:r>
            <a:r>
              <a:rPr lang="ru-RU" dirty="0"/>
              <a:t> Авдеев Ярослав Всеволодович</a:t>
            </a:r>
          </a:p>
        </p:txBody>
      </p:sp>
    </p:spTree>
    <p:extLst>
      <p:ext uri="{BB962C8B-B14F-4D97-AF65-F5344CB8AC3E}">
        <p14:creationId xmlns:p14="http://schemas.microsoft.com/office/powerpoint/2010/main" val="33862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49C0C-282D-ED77-D083-1AF27D92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b="1" dirty="0"/>
              <a:t>Команда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1EAB9-5440-B6D5-D73B-03D97297F145}"/>
              </a:ext>
            </a:extLst>
          </p:cNvPr>
          <p:cNvSpPr txBox="1"/>
          <p:nvPr/>
        </p:nvSpPr>
        <p:spPr>
          <a:xfrm>
            <a:off x="11587752" y="6396335"/>
            <a:ext cx="604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C9786-B656-C945-529D-5DAC75A90CEE}"/>
              </a:ext>
            </a:extLst>
          </p:cNvPr>
          <p:cNvSpPr txBox="1"/>
          <p:nvPr/>
        </p:nvSpPr>
        <p:spPr>
          <a:xfrm>
            <a:off x="4836160" y="1325563"/>
            <a:ext cx="5679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Название команды</a:t>
            </a:r>
            <a:r>
              <a:rPr lang="en-US" sz="3600" b="1" dirty="0"/>
              <a:t>:</a:t>
            </a:r>
            <a:endParaRPr lang="ru-RU" sz="3600" b="1" dirty="0"/>
          </a:p>
          <a:p>
            <a:r>
              <a:rPr lang="en-US" sz="3600" b="1" dirty="0"/>
              <a:t>«</a:t>
            </a:r>
            <a:r>
              <a:rPr lang="ru-RU" sz="3600" b="1" dirty="0"/>
              <a:t>Ещё не придумали</a:t>
            </a:r>
            <a:r>
              <a:rPr lang="en-US" sz="3600" b="1" dirty="0"/>
              <a:t>»</a:t>
            </a:r>
            <a:endParaRPr lang="ru-RU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2E8BA-EF72-FBBF-51CA-2B4E92F6C97A}"/>
              </a:ext>
            </a:extLst>
          </p:cNvPr>
          <p:cNvSpPr txBox="1"/>
          <p:nvPr/>
        </p:nvSpPr>
        <p:spPr>
          <a:xfrm>
            <a:off x="663553" y="5886212"/>
            <a:ext cx="3502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Григорьев Яков  Александрович</a:t>
            </a:r>
          </a:p>
          <a:p>
            <a:r>
              <a:rPr lang="ru-RU" dirty="0"/>
              <a:t> 	Капитана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9ACDC-D8B4-4D59-6791-BA8BD1F84D7F}"/>
              </a:ext>
            </a:extLst>
          </p:cNvPr>
          <p:cNvSpPr txBox="1"/>
          <p:nvPr/>
        </p:nvSpPr>
        <p:spPr>
          <a:xfrm>
            <a:off x="4668325" y="5840045"/>
            <a:ext cx="3007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Федоров Михаил Петрович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BE651E-6F21-A0AC-F239-FFE13174EDDE}"/>
              </a:ext>
            </a:extLst>
          </p:cNvPr>
          <p:cNvSpPr txBox="1"/>
          <p:nvPr/>
        </p:nvSpPr>
        <p:spPr>
          <a:xfrm>
            <a:off x="8026336" y="5840045"/>
            <a:ext cx="328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Денисов Дмитрий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15975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53099-D2B2-560C-973E-757C180E2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348480" cy="80803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Проблема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87E0B2-67BD-11E2-337A-FB579E6E5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8640" y="1950720"/>
            <a:ext cx="4460240" cy="4029666"/>
          </a:xfrm>
        </p:spPr>
        <p:txBody>
          <a:bodyPr>
            <a:normAutofit/>
          </a:bodyPr>
          <a:lstStyle/>
          <a:p>
            <a:r>
              <a:rPr lang="ru-RU" dirty="0"/>
              <a:t>Выбросы СО2(парниковый газ)</a:t>
            </a:r>
          </a:p>
          <a:p>
            <a:r>
              <a:rPr lang="ru-RU" dirty="0"/>
              <a:t>Высокий тариф на электроэнергию</a:t>
            </a:r>
          </a:p>
          <a:p>
            <a:r>
              <a:rPr lang="ru-RU" dirty="0"/>
              <a:t>Реализация </a:t>
            </a:r>
            <a:r>
              <a:rPr lang="ru-RU" dirty="0" err="1"/>
              <a:t>микрогридов</a:t>
            </a:r>
            <a:endParaRPr lang="ru-RU" dirty="0"/>
          </a:p>
          <a:p>
            <a:r>
              <a:rPr lang="ru-RU" dirty="0"/>
              <a:t>Возможная продажи ЭЭ в сеть (Поставление правительства №299)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B28AC-A894-8D3A-1BF7-EBF0E19F7678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96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B0AEA-058B-E6FF-B842-748D3CC4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65160" cy="1057275"/>
          </a:xfrm>
        </p:spPr>
        <p:txBody>
          <a:bodyPr/>
          <a:lstStyle/>
          <a:p>
            <a:r>
              <a:rPr lang="ru-RU" b="1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5D5F8F-8828-E394-96A5-CD6886A75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Реализация </a:t>
            </a:r>
            <a:r>
              <a:rPr lang="ru-RU" dirty="0" err="1"/>
              <a:t>микрогридов</a:t>
            </a:r>
            <a:endParaRPr lang="ru-RU" dirty="0"/>
          </a:p>
          <a:p>
            <a:r>
              <a:rPr lang="ru-RU" dirty="0"/>
              <a:t>Возможность продажи в ЭЭ в сеть</a:t>
            </a:r>
          </a:p>
          <a:p>
            <a:r>
              <a:rPr lang="ru-RU" dirty="0"/>
              <a:t>Цель</a:t>
            </a:r>
            <a:r>
              <a:rPr lang="en-US" dirty="0"/>
              <a:t>:</a:t>
            </a:r>
            <a:r>
              <a:rPr lang="ru-RU" dirty="0"/>
              <a:t>(в существительном)</a:t>
            </a:r>
          </a:p>
          <a:p>
            <a:r>
              <a:rPr lang="ru-RU" dirty="0"/>
              <a:t>Задачи</a:t>
            </a:r>
            <a:r>
              <a:rPr lang="en-US" dirty="0"/>
              <a:t>:</a:t>
            </a:r>
          </a:p>
          <a:p>
            <a:r>
              <a:rPr lang="ru-RU" dirty="0"/>
              <a:t>Глагол</a:t>
            </a:r>
            <a:r>
              <a:rPr lang="en-US" dirty="0"/>
              <a:t>(</a:t>
            </a:r>
            <a:r>
              <a:rPr lang="ru-RU" dirty="0"/>
              <a:t>инфинитив)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25088-EE3D-F893-1502-4EDBED013C9E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227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1A61B-FD20-9B49-FA72-2A21AC382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160"/>
            <a:ext cx="3718560" cy="81819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Модель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7B5687-8007-2C23-31EE-12D69ECC0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Повтор макета(Изометрия подписывать каждый объект) можно брать картинки с </a:t>
            </a:r>
            <a:r>
              <a:rPr lang="ru-RU" dirty="0" err="1"/>
              <a:t>фрипик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F9DD5-817F-B082-656D-3C4D3F3FD865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580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CAB8E-6373-277F-8358-74BBCD8DC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318000" cy="87915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3</a:t>
            </a:r>
            <a:r>
              <a:rPr lang="en-US" b="1" dirty="0"/>
              <a:t>D</a:t>
            </a:r>
            <a:r>
              <a:rPr lang="ru-RU" b="1" dirty="0"/>
              <a:t>-Модель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30291-9BC6-86E6-04FF-73F3C5754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Все подписанные 3д модельки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6B0A2-06DC-785A-7F3F-2084DB9338A8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092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7C6DD-5FB7-1501-766D-6455EFBD0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643120" cy="90963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Экономика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7381DE-1995-C99C-A60B-1D330D68FA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Затраты(капитальные и операционные раздельно виде диаграммы круговой)</a:t>
            </a:r>
          </a:p>
          <a:p>
            <a:r>
              <a:rPr lang="ru-RU" dirty="0"/>
              <a:t>Эффекты(для населения)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0236A-2BC7-0371-0DEB-0651148B9DBE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329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F0002-3EB3-86F0-6BE9-20B2820B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66187" cy="1021223"/>
          </a:xfrm>
        </p:spPr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DF694-E237-0AE1-1652-7D1579A5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E609A-CCA9-8BFB-3911-893EA0D3D8E4}"/>
              </a:ext>
            </a:extLst>
          </p:cNvPr>
          <p:cNvSpPr txBox="1"/>
          <p:nvPr/>
        </p:nvSpPr>
        <p:spPr>
          <a:xfrm>
            <a:off x="11677115" y="639633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457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81B363D-CC87-1151-08D0-57A9240C31EF}"/>
              </a:ext>
            </a:extLst>
          </p:cNvPr>
          <p:cNvSpPr/>
          <p:nvPr/>
        </p:nvSpPr>
        <p:spPr>
          <a:xfrm>
            <a:off x="2667000" y="2143647"/>
            <a:ext cx="6858000" cy="101784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12C07-D7BC-6EEC-F36B-72D3823C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007460"/>
            <a:ext cx="6858000" cy="142154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0036190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146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Ветряная электростанция</vt:lpstr>
      <vt:lpstr>Команда</vt:lpstr>
      <vt:lpstr>Проблема</vt:lpstr>
      <vt:lpstr>Введение</vt:lpstr>
      <vt:lpstr>Модель</vt:lpstr>
      <vt:lpstr>3D-Модель</vt:lpstr>
      <vt:lpstr>Экономика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Варя Смирнова</dc:creator>
  <cp:lastModifiedBy>Варя Смирнова</cp:lastModifiedBy>
  <cp:revision>2</cp:revision>
  <dcterms:created xsi:type="dcterms:W3CDTF">2026-04-17T03:22:26Z</dcterms:created>
  <dcterms:modified xsi:type="dcterms:W3CDTF">2026-04-17T04:36:11Z</dcterms:modified>
</cp:coreProperties>
</file>