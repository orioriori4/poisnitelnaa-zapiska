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5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47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4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11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83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58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40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93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07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08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45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D862A-B29B-4720-8783-71D106C6F00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378AF-B45F-426B-8530-D1380BF9C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94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13007" y="2294021"/>
            <a:ext cx="9144000" cy="967289"/>
          </a:xfrm>
        </p:spPr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РОБОБ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15788" y="3602038"/>
            <a:ext cx="5927559" cy="961941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Выполнил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Фёдоров Михаил Петрович</a:t>
            </a:r>
          </a:p>
          <a:p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Ученик ИЭ-71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9494" y="0"/>
            <a:ext cx="2932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Центр талантов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“</a:t>
            </a:r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Кемерово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”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1915" y="6488668"/>
            <a:ext cx="17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Кемерово, 2026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6089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РОБОБ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РОБОБ</dc:title>
  <dc:creator>student</dc:creator>
  <cp:lastModifiedBy>student</cp:lastModifiedBy>
  <cp:revision>2</cp:revision>
  <dcterms:created xsi:type="dcterms:W3CDTF">2026-03-13T04:41:01Z</dcterms:created>
  <dcterms:modified xsi:type="dcterms:W3CDTF">2026-03-13T04:42:54Z</dcterms:modified>
</cp:coreProperties>
</file>